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91068bd4cbba444c" /><Relationship Type="http://schemas.openxmlformats.org/package/2006/relationships/metadata/core-properties" Target="/docProps/core.xml" Id="R426ac4c55edd43e3" /><Relationship Type="http://schemas.openxmlformats.org/officeDocument/2006/relationships/extended-properties" Target="/docProps/app.xml" Id="R5c3ce781d2f34e14" /><Relationship Type="http://schemas.openxmlformats.org/officeDocument/2006/relationships/custom-properties" Target="/docProps/custom.xml" Id="Rca334f19611d4bea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1adc1df8bf1f4b7d"/>
  </p:notesMasterIdLst>
  <p:sldIdLst>
    <p:sldId id="256" r:id="R7843356fc3e3460c"/>
    <p:sldId id="257" r:id="R6491148b360b4654"/>
    <p:sldId id="258" r:id="Ra7e5353071bd4006"/>
    <p:sldId id="259" r:id="R18ec383c44fe4c93"/>
    <p:sldId id="260" r:id="R15859766f36342de"/>
    <p:sldId id="261" r:id="R1fe5a86144b6477b"/>
    <p:sldId id="262" r:id="Rdad93efe4a124479"/>
    <p:sldId id="263" r:id="Re42a4534b5a34e79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7843356fc3e3460c" /><Relationship Type="http://schemas.openxmlformats.org/officeDocument/2006/relationships/notesMaster" Target="/ppt/notesMasters/notesMaster1.xml" Id="R1adc1df8bf1f4b7d" /><Relationship Type="http://schemas.openxmlformats.org/officeDocument/2006/relationships/slide" Target="/ppt/slides/slide2.xml" Id="R6491148b360b4654" /><Relationship Type="http://schemas.openxmlformats.org/officeDocument/2006/relationships/slide" Target="/ppt/slides/slide3.xml" Id="Ra7e5353071bd4006" /><Relationship Type="http://schemas.openxmlformats.org/officeDocument/2006/relationships/slide" Target="/ppt/slides/slide4.xml" Id="R18ec383c44fe4c93" /><Relationship Type="http://schemas.openxmlformats.org/officeDocument/2006/relationships/slide" Target="/ppt/slides/slide5.xml" Id="R15859766f36342de" /><Relationship Type="http://schemas.openxmlformats.org/officeDocument/2006/relationships/slide" Target="/ppt/slides/slide6.xml" Id="R1fe5a86144b6477b" /><Relationship Type="http://schemas.openxmlformats.org/officeDocument/2006/relationships/slide" Target="/ppt/slides/slide7.xml" Id="Rdad93efe4a124479" /><Relationship Type="http://schemas.openxmlformats.org/officeDocument/2006/relationships/slide" Target="/ppt/slides/slide8.xml" Id="Re42a4534b5a34e7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e1555f615cf4172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65f3a7ec04df4e8e" /><Relationship Type="http://schemas.openxmlformats.org/officeDocument/2006/relationships/slide" Target="/ppt/slides/slide1.xml" Id="R37a68f6bcf37411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aa14835cb4bf4519" /><Relationship Type="http://schemas.openxmlformats.org/officeDocument/2006/relationships/slide" Target="/ppt/slides/slide2.xml" Id="Rd82f994c85b44d5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6c61a94efeba4cf5" /><Relationship Type="http://schemas.openxmlformats.org/officeDocument/2006/relationships/slide" Target="/ppt/slides/slide3.xml" Id="R2b9b2326768146a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15601ac554f742cf" /><Relationship Type="http://schemas.openxmlformats.org/officeDocument/2006/relationships/slide" Target="/ppt/slides/slide4.xml" Id="Rcec3a26b99284ba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d50bb6ca265240bf" /><Relationship Type="http://schemas.openxmlformats.org/officeDocument/2006/relationships/slide" Target="/ppt/slides/slide5.xml" Id="R1e2c7a03ab18411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072d95996d014709" /><Relationship Type="http://schemas.openxmlformats.org/officeDocument/2006/relationships/slide" Target="/ppt/slides/slide6.xml" Id="R4d457b25a20c49c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6d5f955cafd641e4" /><Relationship Type="http://schemas.openxmlformats.org/officeDocument/2006/relationships/slide" Target="/ppt/slides/slide7.xml" Id="Re5bb2646dc4f4ee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543b740ca228473e" /><Relationship Type="http://schemas.openxmlformats.org/officeDocument/2006/relationships/slide" Target="/ppt/slides/slide8.xml" Id="Rafa66b61a1a0407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/>
              <a:t>用项目句子开场，明确不做什么。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/>
              <a:t>说明数据如何获得、检查证明什么，以及原始数据为何不进 Git。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/>
              <a:t>从一条真实输入追踪到结果，删除不必要组件。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/>
              <a:t>解释保持相同的数据、划分、指标和运行条件。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/>
              <a:t>数字旁说明命令、数据范围和分母；不只报最好分数。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/>
              <a:t>展示具体案例，不编造缺失背景或因果故事。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/>
              <a:t>现场运行或说明最近保存输出；失败时如实标记未复现。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/>
              <a:t>说清智能体做了什么、学生如何验证和拒绝；用最小下一步收尾。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f3fba3baec498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4c87d953d641b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ddfb952f69479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9e0e7889cc4e6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e852eb54d949dc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23e449560c264ea9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83f50d78644667" /><Relationship Type="http://schemas.openxmlformats.org/officeDocument/2006/relationships/notesSlide" Target="/ppt/notesSlides/notesSlide1.xml" Id="Rde9032b2dafb48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72bbd83dae459f" /><Relationship Type="http://schemas.openxmlformats.org/officeDocument/2006/relationships/notesSlide" Target="/ppt/notesSlides/notesSlide2.xml" Id="R6ec0101de2c8496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cedc93fc1948cb" /><Relationship Type="http://schemas.openxmlformats.org/officeDocument/2006/relationships/notesSlide" Target="/ppt/notesSlides/notesSlide3.xml" Id="R75f6e6f50baf4b1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d63ffb35e344ff" /><Relationship Type="http://schemas.openxmlformats.org/officeDocument/2006/relationships/notesSlide" Target="/ppt/notesSlides/notesSlide4.xml" Id="Rf51629c81ff349a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3649d8bc5344f6" /><Relationship Type="http://schemas.openxmlformats.org/officeDocument/2006/relationships/notesSlide" Target="/ppt/notesSlides/notesSlide5.xml" Id="R44bddc3b25324f3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223b14f43d4e96" /><Relationship Type="http://schemas.openxmlformats.org/officeDocument/2006/relationships/notesSlide" Target="/ppt/notesSlides/notesSlide6.xml" Id="R14143dfd70684aa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3fbf67fcb74587" /><Relationship Type="http://schemas.openxmlformats.org/officeDocument/2006/relationships/notesSlide" Target="/ppt/notesSlides/notesSlide7.xml" Id="R2ad3fab4780e4f2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0bd1cf44ac4608" /><Relationship Type="http://schemas.openxmlformats.org/officeDocument/2006/relationships/notesSlide" Target="/ppt/notesSlides/notesSlide8.xml" Id="R9e6b7e580b464c7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3B45"/>
        </a:solidFill>
      </p:bgPr>
    </p:bg>
    <p:spTree>
      <p:nvGrpSpPr>
        <p:cNvPr id="1" name=""/>
        <p:cNvGrpSpPr/>
        <p:nvPr/>
      </p:nvGrpSpPr>
      <p:grpSpPr/>
      <p:sp>
        <p:nvSpPr>
          <p:cNvPr id="100000" name="FinalKicker"/>
          <p:cNvSpPr txBox="1"/>
          <p:nvPr/>
        </p:nvSpPr>
        <p:spPr>
          <a:xfrm xmlns:a="http://schemas.openxmlformats.org/drawingml/2006/main">
            <a:off x="540000" y="360000"/>
            <a:ext cx="432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3200" tIns="43200" rIns="43200" bIns="43200" anchor="ctr">
            <a:normAutofit/>
          </a:bodyPr>
          <a:lstStyle xmlns:a="http://schemas.openxmlformats.org/drawingml/2006/main"/>
          <a:p xmlns:a="http://schemas.openxmlformats.org/drawingml/2006/main">
            <a:pPr algn="l"/>
            <a:r>
              <a:rPr lang="zh-CN" sz="1600" b="1">
                <a:solidFill>
                  <a:srgbClr val="8DDDD0"/>
                </a:solidFill>
                <a:latin typeface="Microsoft YaHei"/>
                <a:ea typeface="Microsoft YaHei"/>
              </a:rPr>
              <a:t>01 · 45 秒</a:t>
            </a:r>
          </a:p>
        </p:txBody>
      </p:sp>
      <p:sp>
        <p:nvSpPr>
          <p:cNvPr id="100001" name="FinalTitle"/>
          <p:cNvSpPr txBox="1"/>
          <p:nvPr/>
        </p:nvSpPr>
        <p:spPr>
          <a:xfrm xmlns:a="http://schemas.openxmlformats.org/drawingml/2006/main">
            <a:off x="540000" y="756000"/>
            <a:ext cx="10800000" cy="86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3200" tIns="43200" rIns="43200" bIns="43200" anchor="ctr">
            <a:normAutofit/>
          </a:bodyPr>
          <a:lstStyle xmlns:a="http://schemas.openxmlformats.org/drawingml/2006/main"/>
          <a:p xmlns:a="http://schemas.openxmlformats.org/drawingml/2006/main">
            <a:pPr algn="l"/>
            <a:r>
              <a:rPr lang="zh-CN" sz="4000" b="1">
                <a:solidFill>
                  <a:srgbClr val="FFFFFF"/>
                </a:solidFill>
                <a:latin typeface="Microsoft YaHei"/>
                <a:ea typeface="Microsoft YaHei"/>
              </a:rPr>
              <a:t>真实问题与使用者</a:t>
            </a:r>
          </a:p>
        </p:txBody>
      </p:sp>
      <p:sp>
        <p:nvSpPr>
          <p:cNvPr id="100002" name="LeftCard"/>
          <p:cNvSpPr/>
          <p:nvPr/>
        </p:nvSpPr>
        <p:spPr>
          <a:xfrm xmlns:a="http://schemas.openxmlformats.org/drawingml/2006/main">
            <a:off x="540000" y="2160000"/>
            <a:ext cx="5292000" cy="234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7F4EE"/>
          </a:solidFill>
          <a:ln xmlns:a="http://schemas.openxmlformats.org/drawingml/2006/main">
            <a:noFill/>
          </a:ln>
        </p:spPr>
        <p:txBody>
          <a:bodyPr xmlns:a="http://schemas.openxmlformats.org/drawingml/2006/main" lIns="90000" tIns="90000" rIns="90000" bIns="90000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zh-CN" sz="2300" b="1">
                <a:solidFill>
                  <a:srgbClr val="123A3A"/>
                </a:solidFill>
                <a:latin typeface="Microsoft YaHei"/>
                <a:ea typeface="Microsoft YaHei"/>
              </a:rPr>
              <a:t>使用者与小决定</a:t>
            </a:r>
          </a:p>
        </p:txBody>
      </p:sp>
      <p:sp>
        <p:nvSpPr>
          <p:cNvPr id="100003" name="RightCard"/>
          <p:cNvSpPr/>
          <p:nvPr/>
        </p:nvSpPr>
        <p:spPr>
          <a:xfrm xmlns:a="http://schemas.openxmlformats.org/drawingml/2006/main">
            <a:off x="6156000" y="2160000"/>
            <a:ext cx="5436000" cy="234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9E8F2"/>
          </a:solidFill>
          <a:ln xmlns:a="http://schemas.openxmlformats.org/drawingml/2006/main">
            <a:noFill/>
          </a:ln>
        </p:spPr>
        <p:txBody>
          <a:bodyPr xmlns:a="http://schemas.openxmlformats.org/drawingml/2006/main" lIns="90000" tIns="90000" rIns="90000" bIns="90000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zh-CN" sz="2300" b="1">
                <a:solidFill>
                  <a:srgbClr val="173F5F"/>
                </a:solidFill>
                <a:latin typeface="Microsoft YaHei"/>
                <a:ea typeface="Microsoft YaHei"/>
              </a:rPr>
              <a:t>真实输入与可检查输出</a:t>
            </a:r>
          </a:p>
        </p:txBody>
      </p:sp>
      <p:sp>
        <p:nvSpPr>
          <p:cNvPr id="100004" name="FinalFooter"/>
          <p:cNvSpPr txBox="1"/>
          <p:nvPr/>
        </p:nvSpPr>
        <p:spPr>
          <a:xfrm xmlns:a="http://schemas.openxmlformats.org/drawingml/2006/main">
            <a:off x="720000" y="5184000"/>
            <a:ext cx="10764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3200" tIns="43200" rIns="43200" bIns="43200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zh-CN" sz="1800" b="0">
                <a:solidFill>
                  <a:srgbClr val="D6F5EE"/>
                </a:solidFill>
                <a:latin typeface="Microsoft YaHei"/>
                <a:ea typeface="Microsoft YaHei"/>
              </a:rPr>
              <a:t>总时长 10 分钟 · 每个数字都要能回到代码、命令或真实样本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BFA"/>
        </a:solidFill>
      </p:bgPr>
    </p:bg>
    <p:spTree>
      <p:nvGrpSpPr>
        <p:cNvPr id="1" name=""/>
        <p:cNvGrpSpPr/>
        <p:nvPr/>
      </p:nvGrpSpPr>
      <p:grpSpPr/>
      <p:sp>
        <p:nvSpPr>
          <p:cNvPr id="100005" name="Kicker"/>
          <p:cNvSpPr txBox="1"/>
          <p:nvPr/>
        </p:nvSpPr>
        <p:spPr>
          <a:xfrm xmlns:a="http://schemas.openxmlformats.org/drawingml/2006/main">
            <a:off x="540000" y="252000"/>
            <a:ext cx="540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3200" tIns="43200" rIns="43200" bIns="43200" anchor="ctr">
            <a:normAutofit/>
          </a:bodyPr>
          <a:lstStyle xmlns:a="http://schemas.openxmlformats.org/drawingml/2006/main"/>
          <a:p xmlns:a="http://schemas.openxmlformats.org/drawingml/2006/main">
            <a:pPr algn="l"/>
            <a:r>
              <a:rPr lang="zh-CN" sz="1400" b="1">
                <a:solidFill>
                  <a:srgbClr val="028090"/>
                </a:solidFill>
                <a:latin typeface="Microsoft YaHei"/>
                <a:ea typeface="Microsoft YaHei"/>
              </a:rPr>
              <a:t>02 · 60 秒</a:t>
            </a:r>
          </a:p>
        </p:txBody>
      </p:sp>
      <p:sp>
        <p:nvSpPr>
          <p:cNvPr id="100006" name="Title"/>
          <p:cNvSpPr txBox="1"/>
          <p:nvPr/>
        </p:nvSpPr>
        <p:spPr>
          <a:xfrm xmlns:a="http://schemas.openxmlformats.org/drawingml/2006/main">
            <a:off x="540000" y="558000"/>
            <a:ext cx="10980000" cy="75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3200" tIns="43200" rIns="43200" bIns="43200" anchor="ctr">
            <a:normAutofit/>
          </a:bodyPr>
          <a:lstStyle xmlns:a="http://schemas.openxmlformats.org/drawingml/2006/main"/>
          <a:p xmlns:a="http://schemas.openxmlformats.org/drawingml/2006/main">
            <a:pPr algn="l"/>
            <a:r>
              <a:rPr lang="zh-CN" sz="3800" b="1">
                <a:solidFill>
                  <a:srgbClr val="183B45"/>
                </a:solidFill>
                <a:latin typeface="Microsoft YaHei"/>
                <a:ea typeface="Microsoft YaHei"/>
              </a:rPr>
              <a:t>真实数据契约</a:t>
            </a:r>
          </a:p>
        </p:txBody>
      </p:sp>
      <p:sp>
        <p:nvSpPr>
          <p:cNvPr id="100007" name="PageMark"/>
          <p:cNvSpPr/>
          <p:nvPr/>
        </p:nvSpPr>
        <p:spPr>
          <a:xfrm xmlns:a="http://schemas.openxmlformats.org/drawingml/2006/main">
            <a:off x="11232000" y="252000"/>
            <a:ext cx="396000" cy="39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C39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8" name="LeftCard"/>
          <p:cNvSpPr/>
          <p:nvPr/>
        </p:nvSpPr>
        <p:spPr>
          <a:xfrm xmlns:a="http://schemas.openxmlformats.org/drawingml/2006/main">
            <a:off x="540000" y="2160000"/>
            <a:ext cx="5292000" cy="234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3B45"/>
          </a:solidFill>
          <a:ln xmlns:a="http://schemas.openxmlformats.org/drawingml/2006/main">
            <a:noFill/>
          </a:ln>
        </p:spPr>
        <p:txBody>
          <a:bodyPr xmlns:a="http://schemas.openxmlformats.org/drawingml/2006/main" lIns="90000" tIns="90000" rIns="90000" bIns="90000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zh-CN" sz="2300" b="1">
                <a:solidFill>
                  <a:srgbClr val="FFFFFF"/>
                </a:solidFill>
                <a:latin typeface="Microsoft YaHei"/>
                <a:ea typeface="Microsoft YaHei"/>
              </a:rPr>
              <a:t>所有者 · URL · 许可</a:t>
            </a:r>
          </a:p>
        </p:txBody>
      </p:sp>
      <p:sp>
        <p:nvSpPr>
          <p:cNvPr id="100009" name="RightCard"/>
          <p:cNvSpPr/>
          <p:nvPr/>
        </p:nvSpPr>
        <p:spPr>
          <a:xfrm xmlns:a="http://schemas.openxmlformats.org/drawingml/2006/main">
            <a:off x="6156000" y="2160000"/>
            <a:ext cx="5436000" cy="234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2C39A"/>
          </a:solidFill>
          <a:ln xmlns:a="http://schemas.openxmlformats.org/drawingml/2006/main">
            <a:noFill/>
          </a:ln>
        </p:spPr>
        <p:txBody>
          <a:bodyPr xmlns:a="http://schemas.openxmlformats.org/drawingml/2006/main" lIns="90000" tIns="90000" rIns="90000" bIns="90000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zh-CN" sz="2300" b="1">
                <a:solidFill>
                  <a:srgbClr val="083B35"/>
                </a:solidFill>
                <a:latin typeface="Microsoft YaHei"/>
                <a:ea typeface="Microsoft YaHei"/>
              </a:rPr>
              <a:t>文件 · 检查 · 已知限制</a:t>
            </a:r>
          </a:p>
        </p:txBody>
      </p:sp>
      <p:sp>
        <p:nvSpPr>
          <p:cNvPr id="100010" name="FinalFooter"/>
          <p:cNvSpPr txBox="1"/>
          <p:nvPr/>
        </p:nvSpPr>
        <p:spPr>
          <a:xfrm xmlns:a="http://schemas.openxmlformats.org/drawingml/2006/main">
            <a:off x="720000" y="5184000"/>
            <a:ext cx="10764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3200" tIns="43200" rIns="43200" bIns="43200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zh-CN" sz="1800" b="0">
                <a:solidFill>
                  <a:srgbClr val="39545B"/>
                </a:solidFill>
                <a:latin typeface="Microsoft YaHei"/>
                <a:ea typeface="Microsoft YaHei"/>
              </a:rPr>
              <a:t>总时长 10 分钟 · 每个数字都要能回到代码、命令或真实样本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BFA"/>
        </a:solidFill>
      </p:bgPr>
    </p:bg>
    <p:spTree>
      <p:nvGrpSpPr>
        <p:cNvPr id="1" name=""/>
        <p:cNvGrpSpPr/>
        <p:nvPr/>
      </p:nvGrpSpPr>
      <p:grpSpPr/>
      <p:sp>
        <p:nvSpPr>
          <p:cNvPr id="100011" name="Kicker"/>
          <p:cNvSpPr txBox="1"/>
          <p:nvPr/>
        </p:nvSpPr>
        <p:spPr>
          <a:xfrm xmlns:a="http://schemas.openxmlformats.org/drawingml/2006/main">
            <a:off x="540000" y="252000"/>
            <a:ext cx="540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3200" tIns="43200" rIns="43200" bIns="43200" anchor="ctr">
            <a:normAutofit/>
          </a:bodyPr>
          <a:lstStyle xmlns:a="http://schemas.openxmlformats.org/drawingml/2006/main"/>
          <a:p xmlns:a="http://schemas.openxmlformats.org/drawingml/2006/main">
            <a:pPr algn="l"/>
            <a:r>
              <a:rPr lang="zh-CN" sz="1400" b="1">
                <a:solidFill>
                  <a:srgbClr val="028090"/>
                </a:solidFill>
                <a:latin typeface="Microsoft YaHei"/>
                <a:ea typeface="Microsoft YaHei"/>
              </a:rPr>
              <a:t>03 · 75 秒</a:t>
            </a:r>
          </a:p>
        </p:txBody>
      </p:sp>
      <p:sp>
        <p:nvSpPr>
          <p:cNvPr id="100012" name="Title"/>
          <p:cNvSpPr txBox="1"/>
          <p:nvPr/>
        </p:nvSpPr>
        <p:spPr>
          <a:xfrm xmlns:a="http://schemas.openxmlformats.org/drawingml/2006/main">
            <a:off x="540000" y="558000"/>
            <a:ext cx="10980000" cy="75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3200" tIns="43200" rIns="43200" bIns="43200" anchor="ctr">
            <a:normAutofit/>
          </a:bodyPr>
          <a:lstStyle xmlns:a="http://schemas.openxmlformats.org/drawingml/2006/main"/>
          <a:p xmlns:a="http://schemas.openxmlformats.org/drawingml/2006/main">
            <a:pPr algn="l"/>
            <a:r>
              <a:rPr lang="zh-CN" sz="3800" b="1">
                <a:solidFill>
                  <a:srgbClr val="183B45"/>
                </a:solidFill>
                <a:latin typeface="Microsoft YaHei"/>
                <a:ea typeface="Microsoft YaHei"/>
              </a:rPr>
              <a:t>端到端系统流程</a:t>
            </a:r>
          </a:p>
        </p:txBody>
      </p:sp>
      <p:sp>
        <p:nvSpPr>
          <p:cNvPr id="100013" name="PageMark"/>
          <p:cNvSpPr/>
          <p:nvPr/>
        </p:nvSpPr>
        <p:spPr>
          <a:xfrm xmlns:a="http://schemas.openxmlformats.org/drawingml/2006/main">
            <a:off x="11232000" y="252000"/>
            <a:ext cx="396000" cy="39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C39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4" name="LeftCard"/>
          <p:cNvSpPr/>
          <p:nvPr/>
        </p:nvSpPr>
        <p:spPr>
          <a:xfrm xmlns:a="http://schemas.openxmlformats.org/drawingml/2006/main">
            <a:off x="540000" y="2160000"/>
            <a:ext cx="5292000" cy="234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3B45"/>
          </a:solidFill>
          <a:ln xmlns:a="http://schemas.openxmlformats.org/drawingml/2006/main">
            <a:noFill/>
          </a:ln>
        </p:spPr>
        <p:txBody>
          <a:bodyPr xmlns:a="http://schemas.openxmlformats.org/drawingml/2006/main" lIns="90000" tIns="90000" rIns="90000" bIns="90000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zh-CN" sz="2300" b="1">
                <a:solidFill>
                  <a:srgbClr val="FFFFFF"/>
                </a:solidFill>
                <a:latin typeface="Microsoft YaHei"/>
                <a:ea typeface="Microsoft YaHei"/>
              </a:rPr>
              <a:t>输入 → 检查 → 处理</a:t>
            </a:r>
          </a:p>
        </p:txBody>
      </p:sp>
      <p:sp>
        <p:nvSpPr>
          <p:cNvPr id="100015" name="RightCard"/>
          <p:cNvSpPr/>
          <p:nvPr/>
        </p:nvSpPr>
        <p:spPr>
          <a:xfrm xmlns:a="http://schemas.openxmlformats.org/drawingml/2006/main">
            <a:off x="6156000" y="2160000"/>
            <a:ext cx="5436000" cy="234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2C39A"/>
          </a:solidFill>
          <a:ln xmlns:a="http://schemas.openxmlformats.org/drawingml/2006/main">
            <a:noFill/>
          </a:ln>
        </p:spPr>
        <p:txBody>
          <a:bodyPr xmlns:a="http://schemas.openxmlformats.org/drawingml/2006/main" lIns="90000" tIns="90000" rIns="90000" bIns="90000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zh-CN" sz="2300" b="1">
                <a:solidFill>
                  <a:srgbClr val="083B35"/>
                </a:solidFill>
                <a:latin typeface="Microsoft YaHei"/>
                <a:ea typeface="Microsoft YaHei"/>
              </a:rPr>
              <a:t>基线/候选 → 评估 → 输出</a:t>
            </a:r>
          </a:p>
        </p:txBody>
      </p:sp>
      <p:sp>
        <p:nvSpPr>
          <p:cNvPr id="100016" name="FinalFooter"/>
          <p:cNvSpPr txBox="1"/>
          <p:nvPr/>
        </p:nvSpPr>
        <p:spPr>
          <a:xfrm xmlns:a="http://schemas.openxmlformats.org/drawingml/2006/main">
            <a:off x="720000" y="5184000"/>
            <a:ext cx="10764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3200" tIns="43200" rIns="43200" bIns="43200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zh-CN" sz="1800" b="0">
                <a:solidFill>
                  <a:srgbClr val="39545B"/>
                </a:solidFill>
                <a:latin typeface="Microsoft YaHei"/>
                <a:ea typeface="Microsoft YaHei"/>
              </a:rPr>
              <a:t>总时长 10 分钟 · 每个数字都要能回到代码、命令或真实样本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BFA"/>
        </a:solidFill>
      </p:bgPr>
    </p:bg>
    <p:spTree>
      <p:nvGrpSpPr>
        <p:cNvPr id="1" name=""/>
        <p:cNvGrpSpPr/>
        <p:nvPr/>
      </p:nvGrpSpPr>
      <p:grpSpPr/>
      <p:sp>
        <p:nvSpPr>
          <p:cNvPr id="100017" name="Kicker"/>
          <p:cNvSpPr txBox="1"/>
          <p:nvPr/>
        </p:nvSpPr>
        <p:spPr>
          <a:xfrm xmlns:a="http://schemas.openxmlformats.org/drawingml/2006/main">
            <a:off x="540000" y="252000"/>
            <a:ext cx="540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3200" tIns="43200" rIns="43200" bIns="43200" anchor="ctr">
            <a:normAutofit/>
          </a:bodyPr>
          <a:lstStyle xmlns:a="http://schemas.openxmlformats.org/drawingml/2006/main"/>
          <a:p xmlns:a="http://schemas.openxmlformats.org/drawingml/2006/main">
            <a:pPr algn="l"/>
            <a:r>
              <a:rPr lang="zh-CN" sz="1400" b="1">
                <a:solidFill>
                  <a:srgbClr val="028090"/>
                </a:solidFill>
                <a:latin typeface="Microsoft YaHei"/>
                <a:ea typeface="Microsoft YaHei"/>
              </a:rPr>
              <a:t>04 · 90 秒</a:t>
            </a:r>
          </a:p>
        </p:txBody>
      </p:sp>
      <p:sp>
        <p:nvSpPr>
          <p:cNvPr id="100018" name="Title"/>
          <p:cNvSpPr txBox="1"/>
          <p:nvPr/>
        </p:nvSpPr>
        <p:spPr>
          <a:xfrm xmlns:a="http://schemas.openxmlformats.org/drawingml/2006/main">
            <a:off x="540000" y="558000"/>
            <a:ext cx="10980000" cy="75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3200" tIns="43200" rIns="43200" bIns="43200" anchor="ctr">
            <a:normAutofit/>
          </a:bodyPr>
          <a:lstStyle xmlns:a="http://schemas.openxmlformats.org/drawingml/2006/main"/>
          <a:p xmlns:a="http://schemas.openxmlformats.org/drawingml/2006/main">
            <a:pPr algn="l"/>
            <a:r>
              <a:rPr lang="zh-CN" sz="3800" b="1">
                <a:solidFill>
                  <a:srgbClr val="183B45"/>
                </a:solidFill>
                <a:latin typeface="Microsoft YaHei"/>
                <a:ea typeface="Microsoft YaHei"/>
              </a:rPr>
              <a:t>简单基线与候选</a:t>
            </a:r>
          </a:p>
        </p:txBody>
      </p:sp>
      <p:sp>
        <p:nvSpPr>
          <p:cNvPr id="100019" name="PageMark"/>
          <p:cNvSpPr/>
          <p:nvPr/>
        </p:nvSpPr>
        <p:spPr>
          <a:xfrm xmlns:a="http://schemas.openxmlformats.org/drawingml/2006/main">
            <a:off x="11232000" y="252000"/>
            <a:ext cx="396000" cy="39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C39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20" name="LeftCard"/>
          <p:cNvSpPr/>
          <p:nvPr/>
        </p:nvSpPr>
        <p:spPr>
          <a:xfrm xmlns:a="http://schemas.openxmlformats.org/drawingml/2006/main">
            <a:off x="540000" y="2160000"/>
            <a:ext cx="5292000" cy="234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3B45"/>
          </a:solidFill>
          <a:ln xmlns:a="http://schemas.openxmlformats.org/drawingml/2006/main">
            <a:noFill/>
          </a:ln>
        </p:spPr>
        <p:txBody>
          <a:bodyPr xmlns:a="http://schemas.openxmlformats.org/drawingml/2006/main" lIns="90000" tIns="90000" rIns="90000" bIns="90000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zh-CN" sz="2300" b="1">
                <a:solidFill>
                  <a:srgbClr val="FFFFFF"/>
                </a:solidFill>
                <a:latin typeface="Microsoft YaHei"/>
                <a:ea typeface="Microsoft YaHei"/>
              </a:rPr>
              <a:t>基线：最低比较</a:t>
            </a:r>
          </a:p>
        </p:txBody>
      </p:sp>
      <p:sp>
        <p:nvSpPr>
          <p:cNvPr id="100021" name="RightCard"/>
          <p:cNvSpPr/>
          <p:nvPr/>
        </p:nvSpPr>
        <p:spPr>
          <a:xfrm xmlns:a="http://schemas.openxmlformats.org/drawingml/2006/main">
            <a:off x="6156000" y="2160000"/>
            <a:ext cx="5436000" cy="234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2C39A"/>
          </a:solidFill>
          <a:ln xmlns:a="http://schemas.openxmlformats.org/drawingml/2006/main">
            <a:noFill/>
          </a:ln>
        </p:spPr>
        <p:txBody>
          <a:bodyPr xmlns:a="http://schemas.openxmlformats.org/drawingml/2006/main" lIns="90000" tIns="90000" rIns="90000" bIns="90000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zh-CN" sz="2300" b="1">
                <a:solidFill>
                  <a:srgbClr val="083B35"/>
                </a:solidFill>
                <a:latin typeface="Microsoft YaHei"/>
                <a:ea typeface="Microsoft YaHei"/>
              </a:rPr>
              <a:t>候选：只复杂一步</a:t>
            </a:r>
          </a:p>
        </p:txBody>
      </p:sp>
      <p:sp>
        <p:nvSpPr>
          <p:cNvPr id="100022" name="FinalFooter"/>
          <p:cNvSpPr txBox="1"/>
          <p:nvPr/>
        </p:nvSpPr>
        <p:spPr>
          <a:xfrm xmlns:a="http://schemas.openxmlformats.org/drawingml/2006/main">
            <a:off x="720000" y="5184000"/>
            <a:ext cx="10764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3200" tIns="43200" rIns="43200" bIns="43200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zh-CN" sz="1800" b="0">
                <a:solidFill>
                  <a:srgbClr val="39545B"/>
                </a:solidFill>
                <a:latin typeface="Microsoft YaHei"/>
                <a:ea typeface="Microsoft YaHei"/>
              </a:rPr>
              <a:t>总时长 10 分钟 · 每个数字都要能回到代码、命令或真实样本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BFA"/>
        </a:solidFill>
      </p:bgPr>
    </p:bg>
    <p:spTree>
      <p:nvGrpSpPr>
        <p:cNvPr id="1" name=""/>
        <p:cNvGrpSpPr/>
        <p:nvPr/>
      </p:nvGrpSpPr>
      <p:grpSpPr/>
      <p:sp>
        <p:nvSpPr>
          <p:cNvPr id="100023" name="Kicker"/>
          <p:cNvSpPr txBox="1"/>
          <p:nvPr/>
        </p:nvSpPr>
        <p:spPr>
          <a:xfrm xmlns:a="http://schemas.openxmlformats.org/drawingml/2006/main">
            <a:off x="540000" y="252000"/>
            <a:ext cx="540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3200" tIns="43200" rIns="43200" bIns="43200" anchor="ctr">
            <a:normAutofit/>
          </a:bodyPr>
          <a:lstStyle xmlns:a="http://schemas.openxmlformats.org/drawingml/2006/main"/>
          <a:p xmlns:a="http://schemas.openxmlformats.org/drawingml/2006/main">
            <a:pPr algn="l"/>
            <a:r>
              <a:rPr lang="zh-CN" sz="1400" b="1">
                <a:solidFill>
                  <a:srgbClr val="028090"/>
                </a:solidFill>
                <a:latin typeface="Microsoft YaHei"/>
                <a:ea typeface="Microsoft YaHei"/>
              </a:rPr>
              <a:t>05 · 90 秒</a:t>
            </a:r>
          </a:p>
        </p:txBody>
      </p:sp>
      <p:sp>
        <p:nvSpPr>
          <p:cNvPr id="100024" name="Title"/>
          <p:cNvSpPr txBox="1"/>
          <p:nvPr/>
        </p:nvSpPr>
        <p:spPr>
          <a:xfrm xmlns:a="http://schemas.openxmlformats.org/drawingml/2006/main">
            <a:off x="540000" y="558000"/>
            <a:ext cx="10980000" cy="75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3200" tIns="43200" rIns="43200" bIns="43200" anchor="ctr">
            <a:normAutofit/>
          </a:bodyPr>
          <a:lstStyle xmlns:a="http://schemas.openxmlformats.org/drawingml/2006/main"/>
          <a:p xmlns:a="http://schemas.openxmlformats.org/drawingml/2006/main">
            <a:pPr algn="l"/>
            <a:r>
              <a:rPr lang="zh-CN" sz="3800" b="1">
                <a:solidFill>
                  <a:srgbClr val="183B45"/>
                </a:solidFill>
                <a:latin typeface="Microsoft YaHei"/>
                <a:ea typeface="Microsoft YaHei"/>
              </a:rPr>
              <a:t>同一条件下的结果</a:t>
            </a:r>
          </a:p>
        </p:txBody>
      </p:sp>
      <p:sp>
        <p:nvSpPr>
          <p:cNvPr id="100025" name="PageMark"/>
          <p:cNvSpPr/>
          <p:nvPr/>
        </p:nvSpPr>
        <p:spPr>
          <a:xfrm xmlns:a="http://schemas.openxmlformats.org/drawingml/2006/main">
            <a:off x="11232000" y="252000"/>
            <a:ext cx="396000" cy="39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C39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26" name="LeftCard"/>
          <p:cNvSpPr/>
          <p:nvPr/>
        </p:nvSpPr>
        <p:spPr>
          <a:xfrm xmlns:a="http://schemas.openxmlformats.org/drawingml/2006/main">
            <a:off x="540000" y="2160000"/>
            <a:ext cx="5292000" cy="234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3B45"/>
          </a:solidFill>
          <a:ln xmlns:a="http://schemas.openxmlformats.org/drawingml/2006/main">
            <a:noFill/>
          </a:ln>
        </p:spPr>
        <p:txBody>
          <a:bodyPr xmlns:a="http://schemas.openxmlformats.org/drawingml/2006/main" lIns="90000" tIns="90000" rIns="90000" bIns="90000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zh-CN" sz="2300" b="1">
                <a:solidFill>
                  <a:srgbClr val="FFFFFF"/>
                </a:solidFill>
                <a:latin typeface="Microsoft YaHei"/>
                <a:ea typeface="Microsoft YaHei"/>
              </a:rPr>
              <a:t>主指标与使用者含义</a:t>
            </a:r>
          </a:p>
        </p:txBody>
      </p:sp>
      <p:sp>
        <p:nvSpPr>
          <p:cNvPr id="100027" name="RightCard"/>
          <p:cNvSpPr/>
          <p:nvPr/>
        </p:nvSpPr>
        <p:spPr>
          <a:xfrm xmlns:a="http://schemas.openxmlformats.org/drawingml/2006/main">
            <a:off x="6156000" y="2160000"/>
            <a:ext cx="5436000" cy="234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2C39A"/>
          </a:solidFill>
          <a:ln xmlns:a="http://schemas.openxmlformats.org/drawingml/2006/main">
            <a:noFill/>
          </a:ln>
        </p:spPr>
        <p:txBody>
          <a:bodyPr xmlns:a="http://schemas.openxmlformats.org/drawingml/2006/main" lIns="90000" tIns="90000" rIns="90000" bIns="90000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zh-CN" sz="2300" b="1">
                <a:solidFill>
                  <a:srgbClr val="083B35"/>
                </a:solidFill>
                <a:latin typeface="Microsoft YaHei"/>
                <a:ea typeface="Microsoft YaHei"/>
              </a:rPr>
              <a:t>重要错误与不确定性</a:t>
            </a:r>
          </a:p>
        </p:txBody>
      </p:sp>
      <p:sp>
        <p:nvSpPr>
          <p:cNvPr id="100028" name="FinalFooter"/>
          <p:cNvSpPr txBox="1"/>
          <p:nvPr/>
        </p:nvSpPr>
        <p:spPr>
          <a:xfrm xmlns:a="http://schemas.openxmlformats.org/drawingml/2006/main">
            <a:off x="720000" y="5184000"/>
            <a:ext cx="10764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3200" tIns="43200" rIns="43200" bIns="43200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zh-CN" sz="1800" b="0">
                <a:solidFill>
                  <a:srgbClr val="39545B"/>
                </a:solidFill>
                <a:latin typeface="Microsoft YaHei"/>
                <a:ea typeface="Microsoft YaHei"/>
              </a:rPr>
              <a:t>总时长 10 分钟 · 每个数字都要能回到代码、命令或真实样本</a:t>
            </a:r>
          </a:p>
        </p:txBody>
      </p:sp>
    </p:spTree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BFA"/>
        </a:solidFill>
      </p:bgPr>
    </p:bg>
    <p:spTree>
      <p:nvGrpSpPr>
        <p:cNvPr id="1" name=""/>
        <p:cNvGrpSpPr/>
        <p:nvPr/>
      </p:nvGrpSpPr>
      <p:grpSpPr/>
      <p:sp>
        <p:nvSpPr>
          <p:cNvPr id="100029" name="Kicker"/>
          <p:cNvSpPr txBox="1"/>
          <p:nvPr/>
        </p:nvSpPr>
        <p:spPr>
          <a:xfrm xmlns:a="http://schemas.openxmlformats.org/drawingml/2006/main">
            <a:off x="540000" y="252000"/>
            <a:ext cx="540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3200" tIns="43200" rIns="43200" bIns="43200" anchor="ctr">
            <a:normAutofit/>
          </a:bodyPr>
          <a:lstStyle xmlns:a="http://schemas.openxmlformats.org/drawingml/2006/main"/>
          <a:p xmlns:a="http://schemas.openxmlformats.org/drawingml/2006/main">
            <a:pPr algn="l"/>
            <a:r>
              <a:rPr lang="zh-CN" sz="1400" b="1">
                <a:solidFill>
                  <a:srgbClr val="028090"/>
                </a:solidFill>
                <a:latin typeface="Microsoft YaHei"/>
                <a:ea typeface="Microsoft YaHei"/>
              </a:rPr>
              <a:t>06 · 90 秒</a:t>
            </a:r>
          </a:p>
        </p:txBody>
      </p:sp>
      <p:sp>
        <p:nvSpPr>
          <p:cNvPr id="100030" name="Title"/>
          <p:cNvSpPr txBox="1"/>
          <p:nvPr/>
        </p:nvSpPr>
        <p:spPr>
          <a:xfrm xmlns:a="http://schemas.openxmlformats.org/drawingml/2006/main">
            <a:off x="540000" y="558000"/>
            <a:ext cx="10980000" cy="75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3200" tIns="43200" rIns="43200" bIns="43200" anchor="ctr">
            <a:normAutofit/>
          </a:bodyPr>
          <a:lstStyle xmlns:a="http://schemas.openxmlformats.org/drawingml/2006/main"/>
          <a:p xmlns:a="http://schemas.openxmlformats.org/drawingml/2006/main">
            <a:pPr algn="l"/>
            <a:r>
              <a:rPr lang="zh-CN" sz="3800" b="1">
                <a:solidFill>
                  <a:srgbClr val="183B45"/>
                </a:solidFill>
                <a:latin typeface="Microsoft YaHei"/>
                <a:ea typeface="Microsoft YaHei"/>
              </a:rPr>
              <a:t>一个真实失败案例</a:t>
            </a:r>
          </a:p>
        </p:txBody>
      </p:sp>
      <p:sp>
        <p:nvSpPr>
          <p:cNvPr id="100031" name="PageMark"/>
          <p:cNvSpPr/>
          <p:nvPr/>
        </p:nvSpPr>
        <p:spPr>
          <a:xfrm xmlns:a="http://schemas.openxmlformats.org/drawingml/2006/main">
            <a:off x="11232000" y="252000"/>
            <a:ext cx="396000" cy="39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C39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32" name="LeftCard"/>
          <p:cNvSpPr/>
          <p:nvPr/>
        </p:nvSpPr>
        <p:spPr>
          <a:xfrm xmlns:a="http://schemas.openxmlformats.org/drawingml/2006/main">
            <a:off x="540000" y="2160000"/>
            <a:ext cx="5292000" cy="234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3B45"/>
          </a:solidFill>
          <a:ln xmlns:a="http://schemas.openxmlformats.org/drawingml/2006/main">
            <a:noFill/>
          </a:ln>
        </p:spPr>
        <p:txBody>
          <a:bodyPr xmlns:a="http://schemas.openxmlformats.org/drawingml/2006/main" lIns="90000" tIns="90000" rIns="90000" bIns="90000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zh-CN" sz="2300" b="1">
                <a:solidFill>
                  <a:srgbClr val="FFFFFF"/>
                </a:solidFill>
                <a:latin typeface="Microsoft YaHei"/>
                <a:ea typeface="Microsoft YaHei"/>
              </a:rPr>
              <a:t>真实输入与系统输出</a:t>
            </a:r>
          </a:p>
        </p:txBody>
      </p:sp>
      <p:sp>
        <p:nvSpPr>
          <p:cNvPr id="100033" name="RightCard"/>
          <p:cNvSpPr/>
          <p:nvPr/>
        </p:nvSpPr>
        <p:spPr>
          <a:xfrm xmlns:a="http://schemas.openxmlformats.org/drawingml/2006/main">
            <a:off x="6156000" y="2160000"/>
            <a:ext cx="5436000" cy="234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2C39A"/>
          </a:solidFill>
          <a:ln xmlns:a="http://schemas.openxmlformats.org/drawingml/2006/main">
            <a:noFill/>
          </a:ln>
        </p:spPr>
        <p:txBody>
          <a:bodyPr xmlns:a="http://schemas.openxmlformats.org/drawingml/2006/main" lIns="90000" tIns="90000" rIns="90000" bIns="90000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zh-CN" sz="2300" b="1">
                <a:solidFill>
                  <a:srgbClr val="083B35"/>
                </a:solidFill>
                <a:latin typeface="Microsoft YaHei"/>
                <a:ea typeface="Microsoft YaHei"/>
              </a:rPr>
              <a:t>限制 · 不能证明 · 下一检查</a:t>
            </a:r>
          </a:p>
        </p:txBody>
      </p:sp>
      <p:sp>
        <p:nvSpPr>
          <p:cNvPr id="100034" name="FinalFooter"/>
          <p:cNvSpPr txBox="1"/>
          <p:nvPr/>
        </p:nvSpPr>
        <p:spPr>
          <a:xfrm xmlns:a="http://schemas.openxmlformats.org/drawingml/2006/main">
            <a:off x="720000" y="5184000"/>
            <a:ext cx="10764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3200" tIns="43200" rIns="43200" bIns="43200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zh-CN" sz="1800" b="0">
                <a:solidFill>
                  <a:srgbClr val="39545B"/>
                </a:solidFill>
                <a:latin typeface="Microsoft YaHei"/>
                <a:ea typeface="Microsoft YaHei"/>
              </a:rPr>
              <a:t>总时长 10 分钟 · 每个数字都要能回到代码、命令或真实样本</a:t>
            </a:r>
          </a:p>
        </p:txBody>
      </p:sp>
    </p:spTree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BFA"/>
        </a:solidFill>
      </p:bgPr>
    </p:bg>
    <p:spTree>
      <p:nvGrpSpPr>
        <p:cNvPr id="1" name=""/>
        <p:cNvGrpSpPr/>
        <p:nvPr/>
      </p:nvGrpSpPr>
      <p:grpSpPr/>
      <p:sp>
        <p:nvSpPr>
          <p:cNvPr id="100035" name="Kicker"/>
          <p:cNvSpPr txBox="1"/>
          <p:nvPr/>
        </p:nvSpPr>
        <p:spPr>
          <a:xfrm xmlns:a="http://schemas.openxmlformats.org/drawingml/2006/main">
            <a:off x="540000" y="252000"/>
            <a:ext cx="540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3200" tIns="43200" rIns="43200" bIns="43200" anchor="ctr">
            <a:normAutofit/>
          </a:bodyPr>
          <a:lstStyle xmlns:a="http://schemas.openxmlformats.org/drawingml/2006/main"/>
          <a:p xmlns:a="http://schemas.openxmlformats.org/drawingml/2006/main">
            <a:pPr algn="l"/>
            <a:r>
              <a:rPr lang="zh-CN" sz="1400" b="1">
                <a:solidFill>
                  <a:srgbClr val="028090"/>
                </a:solidFill>
                <a:latin typeface="Microsoft YaHei"/>
                <a:ea typeface="Microsoft YaHei"/>
              </a:rPr>
              <a:t>07 · 90 秒</a:t>
            </a:r>
          </a:p>
        </p:txBody>
      </p:sp>
      <p:sp>
        <p:nvSpPr>
          <p:cNvPr id="100036" name="Title"/>
          <p:cNvSpPr txBox="1"/>
          <p:nvPr/>
        </p:nvSpPr>
        <p:spPr>
          <a:xfrm xmlns:a="http://schemas.openxmlformats.org/drawingml/2006/main">
            <a:off x="540000" y="558000"/>
            <a:ext cx="10980000" cy="75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3200" tIns="43200" rIns="43200" bIns="43200" anchor="ctr">
            <a:normAutofit/>
          </a:bodyPr>
          <a:lstStyle xmlns:a="http://schemas.openxmlformats.org/drawingml/2006/main"/>
          <a:p xmlns:a="http://schemas.openxmlformats.org/drawingml/2006/main">
            <a:pPr algn="l"/>
            <a:r>
              <a:rPr lang="zh-CN" sz="3800" b="1">
                <a:solidFill>
                  <a:srgbClr val="183B45"/>
                </a:solidFill>
                <a:latin typeface="Microsoft YaHei"/>
                <a:ea typeface="Microsoft YaHei"/>
              </a:rPr>
              <a:t>运行演示与可复现证据</a:t>
            </a:r>
          </a:p>
        </p:txBody>
      </p:sp>
      <p:sp>
        <p:nvSpPr>
          <p:cNvPr id="100037" name="PageMark"/>
          <p:cNvSpPr/>
          <p:nvPr/>
        </p:nvSpPr>
        <p:spPr>
          <a:xfrm xmlns:a="http://schemas.openxmlformats.org/drawingml/2006/main">
            <a:off x="11232000" y="252000"/>
            <a:ext cx="396000" cy="39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C39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38" name="LeftCard"/>
          <p:cNvSpPr/>
          <p:nvPr/>
        </p:nvSpPr>
        <p:spPr>
          <a:xfrm xmlns:a="http://schemas.openxmlformats.org/drawingml/2006/main">
            <a:off x="540000" y="2160000"/>
            <a:ext cx="5292000" cy="234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3B45"/>
          </a:solidFill>
          <a:ln xmlns:a="http://schemas.openxmlformats.org/drawingml/2006/main">
            <a:noFill/>
          </a:ln>
        </p:spPr>
        <p:txBody>
          <a:bodyPr xmlns:a="http://schemas.openxmlformats.org/drawingml/2006/main" lIns="90000" tIns="90000" rIns="90000" bIns="90000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zh-CN" sz="2300" b="1">
                <a:solidFill>
                  <a:srgbClr val="FFFFFF"/>
                </a:solidFill>
                <a:latin typeface="Microsoft YaHei"/>
                <a:ea typeface="Microsoft YaHei"/>
              </a:rPr>
              <a:t>README 精确命令</a:t>
            </a:r>
          </a:p>
        </p:txBody>
      </p:sp>
      <p:sp>
        <p:nvSpPr>
          <p:cNvPr id="100039" name="RightCard"/>
          <p:cNvSpPr/>
          <p:nvPr/>
        </p:nvSpPr>
        <p:spPr>
          <a:xfrm xmlns:a="http://schemas.openxmlformats.org/drawingml/2006/main">
            <a:off x="6156000" y="2160000"/>
            <a:ext cx="5436000" cy="234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2C39A"/>
          </a:solidFill>
          <a:ln xmlns:a="http://schemas.openxmlformats.org/drawingml/2006/main">
            <a:noFill/>
          </a:ln>
        </p:spPr>
        <p:txBody>
          <a:bodyPr xmlns:a="http://schemas.openxmlformats.org/drawingml/2006/main" lIns="90000" tIns="90000" rIns="90000" bIns="90000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zh-CN" sz="2300" b="1">
                <a:solidFill>
                  <a:srgbClr val="083B35"/>
                </a:solidFill>
                <a:latin typeface="Microsoft YaHei"/>
                <a:ea typeface="Microsoft YaHei"/>
              </a:rPr>
              <a:t>测试 · 输出 · 失败备用</a:t>
            </a:r>
          </a:p>
        </p:txBody>
      </p:sp>
      <p:sp>
        <p:nvSpPr>
          <p:cNvPr id="100040" name="FinalFooter"/>
          <p:cNvSpPr txBox="1"/>
          <p:nvPr/>
        </p:nvSpPr>
        <p:spPr>
          <a:xfrm xmlns:a="http://schemas.openxmlformats.org/drawingml/2006/main">
            <a:off x="720000" y="5184000"/>
            <a:ext cx="10764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3200" tIns="43200" rIns="43200" bIns="43200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zh-CN" sz="1800" b="0">
                <a:solidFill>
                  <a:srgbClr val="39545B"/>
                </a:solidFill>
                <a:latin typeface="Microsoft YaHei"/>
                <a:ea typeface="Microsoft YaHei"/>
              </a:rPr>
              <a:t>总时长 10 分钟 · 每个数字都要能回到代码、命令或真实样本</a:t>
            </a:r>
          </a:p>
        </p:txBody>
      </p:sp>
    </p:spTree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83B45"/>
        </a:solidFill>
      </p:bgPr>
    </p:bg>
    <p:spTree>
      <p:nvGrpSpPr>
        <p:cNvPr id="1" name=""/>
        <p:cNvGrpSpPr/>
        <p:nvPr/>
      </p:nvGrpSpPr>
      <p:grpSpPr/>
      <p:sp>
        <p:nvSpPr>
          <p:cNvPr id="100041" name="FinalKicker"/>
          <p:cNvSpPr txBox="1"/>
          <p:nvPr/>
        </p:nvSpPr>
        <p:spPr>
          <a:xfrm xmlns:a="http://schemas.openxmlformats.org/drawingml/2006/main">
            <a:off x="540000" y="360000"/>
            <a:ext cx="432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3200" tIns="43200" rIns="43200" bIns="43200" anchor="ctr">
            <a:normAutofit/>
          </a:bodyPr>
          <a:lstStyle xmlns:a="http://schemas.openxmlformats.org/drawingml/2006/main"/>
          <a:p xmlns:a="http://schemas.openxmlformats.org/drawingml/2006/main">
            <a:pPr algn="l"/>
            <a:r>
              <a:rPr lang="zh-CN" sz="1600" b="1">
                <a:solidFill>
                  <a:srgbClr val="8DDDD0"/>
                </a:solidFill>
                <a:latin typeface="Microsoft YaHei"/>
                <a:ea typeface="Microsoft YaHei"/>
              </a:rPr>
              <a:t>08 · 60 秒</a:t>
            </a:r>
          </a:p>
        </p:txBody>
      </p:sp>
      <p:sp>
        <p:nvSpPr>
          <p:cNvPr id="100042" name="FinalTitle"/>
          <p:cNvSpPr txBox="1"/>
          <p:nvPr/>
        </p:nvSpPr>
        <p:spPr>
          <a:xfrm xmlns:a="http://schemas.openxmlformats.org/drawingml/2006/main">
            <a:off x="540000" y="756000"/>
            <a:ext cx="10800000" cy="86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3200" tIns="43200" rIns="43200" bIns="43200" anchor="ctr">
            <a:normAutofit/>
          </a:bodyPr>
          <a:lstStyle xmlns:a="http://schemas.openxmlformats.org/drawingml/2006/main"/>
          <a:p xmlns:a="http://schemas.openxmlformats.org/drawingml/2006/main">
            <a:pPr algn="l"/>
            <a:r>
              <a:rPr lang="zh-CN" sz="4000" b="1">
                <a:solidFill>
                  <a:srgbClr val="FFFFFF"/>
                </a:solidFill>
                <a:latin typeface="Microsoft YaHei"/>
                <a:ea typeface="Microsoft YaHei"/>
              </a:rPr>
              <a:t>边界、智能体贡献与下一步</a:t>
            </a:r>
          </a:p>
        </p:txBody>
      </p:sp>
      <p:sp>
        <p:nvSpPr>
          <p:cNvPr id="100043" name="LeftCard"/>
          <p:cNvSpPr/>
          <p:nvPr/>
        </p:nvSpPr>
        <p:spPr>
          <a:xfrm xmlns:a="http://schemas.openxmlformats.org/drawingml/2006/main">
            <a:off x="540000" y="2160000"/>
            <a:ext cx="5292000" cy="234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7F4EE"/>
          </a:solidFill>
          <a:ln xmlns:a="http://schemas.openxmlformats.org/drawingml/2006/main">
            <a:noFill/>
          </a:ln>
        </p:spPr>
        <p:txBody>
          <a:bodyPr xmlns:a="http://schemas.openxmlformats.org/drawingml/2006/main" lIns="90000" tIns="90000" rIns="90000" bIns="90000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zh-CN" sz="2300" b="1">
                <a:solidFill>
                  <a:srgbClr val="123A3A"/>
                </a:solidFill>
                <a:latin typeface="Microsoft YaHei"/>
                <a:ea typeface="Microsoft YaHei"/>
              </a:rPr>
              <a:t>安全/人工边界与学生核查</a:t>
            </a:r>
          </a:p>
        </p:txBody>
      </p:sp>
      <p:sp>
        <p:nvSpPr>
          <p:cNvPr id="100044" name="RightCard"/>
          <p:cNvSpPr/>
          <p:nvPr/>
        </p:nvSpPr>
        <p:spPr>
          <a:xfrm xmlns:a="http://schemas.openxmlformats.org/drawingml/2006/main">
            <a:off x="6156000" y="2160000"/>
            <a:ext cx="5436000" cy="234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9E8F2"/>
          </a:solidFill>
          <a:ln xmlns:a="http://schemas.openxmlformats.org/drawingml/2006/main">
            <a:noFill/>
          </a:ln>
        </p:spPr>
        <p:txBody>
          <a:bodyPr xmlns:a="http://schemas.openxmlformats.org/drawingml/2006/main" lIns="90000" tIns="90000" rIns="90000" bIns="90000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zh-CN" sz="2300" b="1">
                <a:solidFill>
                  <a:srgbClr val="173F5F"/>
                </a:solidFill>
                <a:latin typeface="Microsoft YaHei"/>
                <a:ea typeface="Microsoft YaHei"/>
              </a:rPr>
              <a:t>下一项最小可验证改进</a:t>
            </a:r>
          </a:p>
        </p:txBody>
      </p:sp>
      <p:sp>
        <p:nvSpPr>
          <p:cNvPr id="100045" name="FinalFooter"/>
          <p:cNvSpPr txBox="1"/>
          <p:nvPr/>
        </p:nvSpPr>
        <p:spPr>
          <a:xfrm xmlns:a="http://schemas.openxmlformats.org/drawingml/2006/main">
            <a:off x="720000" y="5184000"/>
            <a:ext cx="10764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3200" tIns="43200" rIns="43200" bIns="43200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zh-CN" sz="1800" b="0">
                <a:solidFill>
                  <a:srgbClr val="D6F5EE"/>
                </a:solidFill>
                <a:latin typeface="Microsoft YaHei"/>
                <a:ea typeface="Microsoft YaHei"/>
              </a:rPr>
              <a:t>总时长 10 分钟 · 每个数字都要能回到代码、命令或真实样本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OfficeCLI/1.0.143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2026-08-11T15:35:07Z</dcterms:created>
  <cp:lastModifiedBy>OfficeCLI</cp:lastModifiedBy>
  <dcterms:modified xsi:type="dcterms:W3CDTF">2026-08-11T15:35:07Z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1.0.143</vt:lpwstr>
  </op:property>
  <op:property fmtid="{D5CDD505-2E9C-101B-9397-08002B2CF9AE}" pid="3" name="OfficeCLI.LastModified">
    <vt:lpwstr xmlns:vt="http://schemas.openxmlformats.org/officeDocument/2006/docPropsVTypes">2026-08-11T15:35:40Z</vt:lpwstr>
  </op:property>
</op:Properties>
</file>